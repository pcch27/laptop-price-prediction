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補充分析（Appendix）— Brand／CPU／GPU 對價格之影響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2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正文提及但未附圖之類別特徵，補充其箱型圖以利答辯佐證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703320" cy="4114800"/>
          </a:xfrm>
          <a:prstGeom prst="rect">
            <a:avLst/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pic>
        <p:nvPicPr>
          <p:cNvPr id="6" name="Image 0" descr="brand_vs_pri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234440"/>
            <a:ext cx="3557016" cy="3886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5285232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Brand vs Price：Apple 中位價最高（約$56K），VAIO 次之；Lenovo／Acer 等大眾品牌偏低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97680" y="1188720"/>
            <a:ext cx="3703320" cy="4114800"/>
          </a:xfrm>
          <a:prstGeom prst="rect">
            <a:avLst/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pic>
        <p:nvPicPr>
          <p:cNvPr id="9" name="Image 1" descr="cpu_brand_vs_pric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70832" y="1234440"/>
            <a:ext cx="3557016" cy="3886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97680" y="5285232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CPU_brand vs Price：Apple（Apple Silicon）中位價最高，Intel 平台分佈最廣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229600" y="1188720"/>
            <a:ext cx="3703320" cy="4114800"/>
          </a:xfrm>
          <a:prstGeom prst="rect">
            <a:avLst/>
          </a:prstGeom>
          <a:solidFill>
            <a:srgbClr val="F7F8FA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pic>
        <p:nvPicPr>
          <p:cNvPr id="12" name="Image 2" descr="gpu_vs_pric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02752" y="1234440"/>
            <a:ext cx="3557016" cy="3886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0" y="5285232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GPU vs Price：NVIDIA RTX 獨顯筆電均價顯著高於 Intel／AMD 核顯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資料：momo 爬蟲 1,160 筆（IQR 離群值清理後）；圖表以 matplotlib 繪製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2026-08-11T04:40:39Z</dcterms:created>
  <dcterms:modified xsi:type="dcterms:W3CDTF">2026-08-11T04:40:39Z</dcterms:modified>
</cp:coreProperties>
</file>